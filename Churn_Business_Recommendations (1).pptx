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67.3% churn is 2-3x the industry benchmark of 20-30%. Frame this as a revenue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ROI is well-established: Harvard Business Review cites 5-25x acquisition cost premium. Make the business case before showing any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Satisfaction is actionable today through operational changes. Recency is the strongest model signal. Both should be the focus of immediate management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 evaluated: Logistic Regression (0.996), Random Forest (0.999), Gradient Boosting (1.000). GB selected. The methodology and feature engineering are fully transferable to real business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New/Low-Value (430, 98% churn) is the largest urgent segment. Champions (80 customers) have 9x the avg spend of new customers — protecting them is the highest-value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1 can start this week — operational, not technical. Recommendation 4 enables precision targeting for all others and is the Q3 engineering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Phased roadmap allows leadership to see measurable results after each 30-day phase before committing to the next round of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reiterating: this analysis provides both the diagnosis and the prescription. The model is ready. The business decisions need to be made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E-Commerce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  ·  Customer Segmentation  ·  Business Recommendations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Global E-Commerce Customer Analytics 2024 (Kaggle)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1,200 customers  |  Tools: Python, scikit-learn, K-Means  |  June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0" y="1097280"/>
            <a:ext cx="1554480" cy="2377440"/>
          </a:xfrm>
          <a:prstGeom prst="roundRect">
            <a:avLst>
              <a:gd name="adj" fmla="val 8824"/>
            </a:avLst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223760" y="16459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223760" y="2299545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848185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churn prediction matters for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industry avg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$4,339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/ Churner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$7,282 for active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Churned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1,200 total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Acquiring a new customer costs 5-25x more than retaining an existing one. With 808 churned customers, recovering even 10% would materially impact revenue.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Reveals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critical patterns from analysis of 1,200 customers across 25 variables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=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1-2: 93%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4-5: 42-58% churn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502920" cy="50292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Tier = High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Bronze: 88%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Platinum: 57% churn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is Binary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19385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Churned: 868d since purchase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Active: 167d since purchase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410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Flee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904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New/Low-Value segment: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churn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246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37560" y="338328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410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Matters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90448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Automotive: 77.5%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&amp; Media: 59.2%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Prediction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— 23 features, stratified 80/20 split, class-weight balancing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949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97280"/>
            <a:ext cx="3017520" cy="3474720"/>
          </a:xfrm>
          <a:prstGeom prst="roundRect">
            <a:avLst>
              <a:gd name="adj" fmla="val 4545"/>
            </a:avLst>
          </a:prstGeom>
          <a:solidFill>
            <a:srgbClr val="1A23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594360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9320" y="166962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166962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89320" y="209577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2095779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89320" y="2533221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2533221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89320" y="295937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295937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C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0" y="3343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89320" y="358365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days_since_last_purchase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satisfaction_score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loyalty_tier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total_spent_usd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Near-perfect AUC is typical for synthetic datasets. Real-world deployments yield AUC 0.75-0.85.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Customer Segments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 on 9 behavioural features — each segment requires a different retention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$32,933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avg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retention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87168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87168" y="1188720"/>
            <a:ext cx="201168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87168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Regulars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93008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$3,688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avg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78608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78608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D9E75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78608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0016" y="1188720"/>
            <a:ext cx="201168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00016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New/Low-Value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91456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91456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05856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$2,826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91456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05856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avg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91456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05856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91456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534AB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91456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onboarding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12864" y="118872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912864" y="1188720"/>
            <a:ext cx="201168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12864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04304" y="18288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18704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04304" y="2377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Spend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18704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$3,617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04304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18704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004304" y="3474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18704" y="3474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004304" y="416052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04304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Priority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estimated revenue impact — implement sequentially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493776" cy="49377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Satisfaction Crisis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6276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post-purchase surveys. Route scores 1-2 into a 24-hr recovery workflow. KPI: move 25% of low-scorers to 3+ in 90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E24B4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78040" y="14173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Impact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493776" cy="493776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322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2311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New Customer Onboarding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5603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30-60-90 day email journey. Trigger a 2nd-purchase incentive at day 28 post-signup. KPI: time-to-2nd-purchase.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235000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534AB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78040" y="23500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99816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3255264"/>
            <a:ext cx="493776" cy="493776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32552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31638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Bronze to Silver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4930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tier progress in account dashboards. Run a bonus points event for customers within $50 of Silver threshold.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3282696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BA75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78040" y="3282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Impact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187952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1879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40965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in Production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442569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all customers weekly. Route churn probability &gt;0.70 into automated high-priority retention flows. A/B test for lift.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78040" y="4215384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78040" y="4215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Implementation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to maximise quick wins while building long-term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satisfaction surveys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score 1-2 recovery workflow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2nd-purchase offer for new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tier progress in account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Deepen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30-60-90 day email journey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Bronze tier bonus points event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model scoring into CRM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churn probability thresholds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5179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9202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interventions vs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5786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on time-to-2nd-purchase KPI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satisfaction score improvement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89534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lift analysis to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answered. Four actions required.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67.3% churn rate — 2-3x industry benchmark. Systemic, not random.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score &amp; recency are the top 2 predictors — both are actionable today.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254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model (AUC 1.000) ready for weekly production scoring.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924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3924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customer segments with distinct strategies: protect, upgrade, onboard, win-back.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action: Fix satisfaction scores 1-2. Everything else depends on this.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Specialist  |  Global E-Commerce Churn Analysis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898</Words>
  <Application>Microsoft Office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Churn Analysis — Business Recommendations</dc:title>
  <dc:subject>PptxGenJS Presentation</dc:subject>
  <dc:creator>Analytics Specialist</dc:creator>
  <cp:lastModifiedBy>Anirban Roy</cp:lastModifiedBy>
  <cp:revision>2</cp:revision>
  <dcterms:created xsi:type="dcterms:W3CDTF">2026-06-26T04:15:46Z</dcterms:created>
  <dcterms:modified xsi:type="dcterms:W3CDTF">2026-07-14T07:18:32Z</dcterms:modified>
</cp:coreProperties>
</file>